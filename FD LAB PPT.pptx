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EB641-399F-47D5-86DF-59628481F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A8D8C-5461-455D-8D55-5E5F4AA1D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06CDF-E56C-4397-9AF3-6D7557C80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143B0-0A56-4217-B883-60BE8AE63282}" type="datetimeFigureOut">
              <a:rPr lang="en-IN" smtClean="0"/>
              <a:t>24-01-2022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3496D-7799-4820-9D17-C7FA7F2FD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6AB95-2DC4-4659-B409-77EC9EB7E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01EFA-B66C-445F-B42C-265812787B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155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0C87B-C627-49F5-B1D2-DB00D4AF8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FADD2-D41F-4185-9967-00DD0BAEB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A9F96-E228-4A44-A70D-C3CD6C0FB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143B0-0A56-4217-B883-60BE8AE63282}" type="datetimeFigureOut">
              <a:rPr lang="en-IN" smtClean="0"/>
              <a:t>24-01-2022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7996A-E131-44EA-8B4E-B6969AC5F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BC819-A2B1-4E8B-B9B0-FDB4A0AB2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01EFA-B66C-445F-B42C-265812787B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293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8197D-2875-44BE-BB1C-893477280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65AD1-477E-4B3F-96DC-2BF9496FF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B81BC-76D8-49BA-B696-E3296E536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143B0-0A56-4217-B883-60BE8AE63282}" type="datetimeFigureOut">
              <a:rPr lang="en-IN" smtClean="0"/>
              <a:t>24-01-2022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A6005-778B-4124-9E42-CFB7F811C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F1D54-9143-45B9-B5FB-FF0AC9A1B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01EFA-B66C-445F-B42C-265812787B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150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32063-E753-4A0C-8639-D2654F176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430F8-AAB7-45B6-886F-E8EBF0AAC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E6C10-EA29-4162-94CF-191DD0B9A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EEEF4-062B-4EC4-933C-50E008D21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143B0-0A56-4217-B883-60BE8AE63282}" type="datetimeFigureOut">
              <a:rPr lang="en-IN" smtClean="0"/>
              <a:t>24-01-2022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9A4D9-4C4B-4D58-93D5-6A704DCEA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9F103-675D-482B-90AE-BB0D85712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01EFA-B66C-445F-B42C-265812787B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617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6ACA5-8825-4D23-B9B0-3695B2697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DF055-84EB-45A1-8010-40F898105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F66C7-0E6A-4E2B-A8D7-FEE6C5708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E125FE-FDC5-48A8-AFF4-464620288D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3D5FBB-7E13-4B15-98B2-CE9B0C6BE0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3A470D-1050-4D81-8B05-10B29E03C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143B0-0A56-4217-B883-60BE8AE63282}" type="datetimeFigureOut">
              <a:rPr lang="en-IN" smtClean="0"/>
              <a:t>24-01-2022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B7BD05-E5FD-4DDB-BE61-6BC26AD9D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F8B728-2AD9-402C-BC00-2ECD2BB85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01EFA-B66C-445F-B42C-265812787B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663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FC422-69F4-47F1-92DE-045AE0232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31ED2-19FA-41D9-A13A-34D223E2B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143B0-0A56-4217-B883-60BE8AE63282}" type="datetimeFigureOut">
              <a:rPr lang="en-IN" smtClean="0"/>
              <a:t>24-01-2022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4243D5-918F-4B0D-925D-769EB481D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100169-AE29-4766-B131-DFD153BB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01EFA-B66C-445F-B42C-265812787B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17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FA1D29-E4B9-4F49-BA8A-DEF67A645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143B0-0A56-4217-B883-60BE8AE63282}" type="datetimeFigureOut">
              <a:rPr lang="en-IN" smtClean="0"/>
              <a:t>24-01-2022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E822E8-2EC4-493F-BA82-670149161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4D43A-3BB0-40A3-AE13-5E7908E8A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01EFA-B66C-445F-B42C-265812787B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839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C50AF-A47B-482C-B005-A2E79BA54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2D4CB-7E96-41E6-9116-F63559F38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1DC36-2FF6-41CD-98FD-0FBBCF4CA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6A16D0-3403-4360-9894-37FCE3C3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143B0-0A56-4217-B883-60BE8AE63282}" type="datetimeFigureOut">
              <a:rPr lang="en-IN" smtClean="0"/>
              <a:t>24-01-2022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3431A-8989-402F-BE15-4A9525926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E70825-0C36-48F3-86FF-D56B53CBC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01EFA-B66C-445F-B42C-265812787B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635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2452A-10B2-4C62-A727-17C7760A9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478411-CADF-4201-B0B1-24F80FF254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BADE91-6D48-4481-9734-EC63E4E2F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CB7AA-B950-409B-8AA1-86441D73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143B0-0A56-4217-B883-60BE8AE63282}" type="datetimeFigureOut">
              <a:rPr lang="en-IN" smtClean="0"/>
              <a:t>24-01-2022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26603-E2FD-411C-A12A-2654495E8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310E6-E644-4F3A-9918-D3EDB585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01EFA-B66C-445F-B42C-265812787B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289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E2AC-4A69-4BFB-A8E1-C1DED44C1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9EF34E-8D7B-4252-9506-07B0A7EE2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A71A9-BE0C-4657-B5A5-12C42EDFC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143B0-0A56-4217-B883-60BE8AE63282}" type="datetimeFigureOut">
              <a:rPr lang="en-IN" smtClean="0"/>
              <a:t>24-01-2022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1A0E9-CFB7-470D-9368-7FFB1F38F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52C1C-C8EC-4139-8566-8AEED5BA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01EFA-B66C-445F-B42C-265812787B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559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060F8C-4089-40E2-AAED-149ED4D44F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E42B8E-5314-4167-94FE-FB7F3D039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0A0FA-CEAF-44B8-8D0C-FFB5E05C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143B0-0A56-4217-B883-60BE8AE63282}" type="datetimeFigureOut">
              <a:rPr lang="en-IN" smtClean="0"/>
              <a:t>24-01-2022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D8F29-5C99-4B94-BDBD-A7948C8F1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49071-8D3F-4159-BBF8-21DC424B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01EFA-B66C-445F-B42C-265812787B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55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77F4CD-6271-4CB0-B5CC-BB11675BF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8686D-66DF-4DE2-B492-329BD0342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E60C3-5697-4BEF-968A-D02DF524AE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143B0-0A56-4217-B883-60BE8AE63282}" type="datetimeFigureOut">
              <a:rPr lang="en-IN" smtClean="0"/>
              <a:t>24-01-2022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4ABA4-4D0F-4DE3-B6ED-32D3AC4C8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E50C8-9F7B-4E15-BA2E-917FC29614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01EFA-B66C-445F-B42C-265812787B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326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DE9FF-1839-4561-8AB4-C0FDCF3338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88680-597A-4742-B099-4B1B3F1D34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19EB72-A010-440D-848D-CA0A3EDF1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051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4A6265-8229-48EA-B31E-02B77B9908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7953" cy="6858000"/>
          </a:xfrm>
        </p:spPr>
      </p:pic>
    </p:spTree>
    <p:extLst>
      <p:ext uri="{BB962C8B-B14F-4D97-AF65-F5344CB8AC3E}">
        <p14:creationId xmlns:p14="http://schemas.microsoft.com/office/powerpoint/2010/main" val="2381079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B4693C-01CB-40A2-9599-EBBBC1ADA5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09568" cy="6920753"/>
          </a:xfrm>
        </p:spPr>
      </p:pic>
    </p:spTree>
    <p:extLst>
      <p:ext uri="{BB962C8B-B14F-4D97-AF65-F5344CB8AC3E}">
        <p14:creationId xmlns:p14="http://schemas.microsoft.com/office/powerpoint/2010/main" val="3341237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2EED0D-C85D-4F5B-A681-2B3209D3A1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7952" cy="6858000"/>
          </a:xfrm>
        </p:spPr>
      </p:pic>
    </p:spTree>
    <p:extLst>
      <p:ext uri="{BB962C8B-B14F-4D97-AF65-F5344CB8AC3E}">
        <p14:creationId xmlns:p14="http://schemas.microsoft.com/office/powerpoint/2010/main" val="3969012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26B354-8FA8-4C30-B806-1B11C08245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7953" cy="6858000"/>
          </a:xfrm>
        </p:spPr>
      </p:pic>
    </p:spTree>
    <p:extLst>
      <p:ext uri="{BB962C8B-B14F-4D97-AF65-F5344CB8AC3E}">
        <p14:creationId xmlns:p14="http://schemas.microsoft.com/office/powerpoint/2010/main" val="3320752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44C4203-6619-4EC0-9DDA-7A85B447B3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7953" cy="6858000"/>
          </a:xfrm>
        </p:spPr>
      </p:pic>
    </p:spTree>
    <p:extLst>
      <p:ext uri="{BB962C8B-B14F-4D97-AF65-F5344CB8AC3E}">
        <p14:creationId xmlns:p14="http://schemas.microsoft.com/office/powerpoint/2010/main" val="1538334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NEW</dc:creator>
  <cp:lastModifiedBy>NEW</cp:lastModifiedBy>
  <cp:revision>2</cp:revision>
  <dcterms:created xsi:type="dcterms:W3CDTF">2022-01-24T17:45:38Z</dcterms:created>
  <dcterms:modified xsi:type="dcterms:W3CDTF">2022-01-24T18:24:18Z</dcterms:modified>
</cp:coreProperties>
</file>